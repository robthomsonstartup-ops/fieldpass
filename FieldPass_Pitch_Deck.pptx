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D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0A2A1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640080" y="1371600"/>
            <a:ext cx="457200" cy="45720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749808" y="1481328"/>
            <a:ext cx="237744" cy="237744"/>
          </a:xfrm>
          <a:prstGeom prst="rect">
            <a:avLst/>
          </a:prstGeom>
          <a:solidFill>
            <a:srgbClr val="07111D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pPr indent="0" marL="0">
              <a:buNone/>
            </a:pPr>
            <a:r>
              <a:rPr lang="en-US" sz="2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Youth Baseball Marketplace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-100" kern="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Next</a:t>
            </a:r>
            <a:endParaRPr lang="en-US" sz="7200" dirty="0"/>
          </a:p>
          <a:p>
            <a:pPr algn="l" indent="0" marL="0">
              <a:buNone/>
            </a:pPr>
            <a:r>
              <a:rPr lang="en-US" sz="7200" b="1" spc="-100" kern="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Game.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94360" y="4937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youth baseball programs. Post availability.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opponents. Request games in minutes.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6035040"/>
            <a:ext cx="1280160" cy="292608"/>
          </a:xfrm>
          <a:prstGeom prst="rect">
            <a:avLst/>
          </a:prstGeom>
          <a:solidFill>
            <a:srgbClr val="0F2035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0716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⚾  Youth Baseball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6035040"/>
            <a:ext cx="1280160" cy="292608"/>
          </a:xfrm>
          <a:prstGeom prst="rect">
            <a:avLst/>
          </a:prstGeom>
          <a:solidFill>
            <a:srgbClr val="0F2035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60716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🏟️  Marketplace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6035040"/>
            <a:ext cx="1280160" cy="292608"/>
          </a:xfrm>
          <a:prstGeom prst="rect">
            <a:avLst/>
          </a:prstGeom>
          <a:solidFill>
            <a:srgbClr val="0F2035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60716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Availability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548640"/>
            <a:ext cx="3840480" cy="5760720"/>
          </a:xfrm>
          <a:prstGeom prst="rect">
            <a:avLst>
              <a:gd name="adj" fmla="val 1905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6583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fieldpass-nine.vercel.app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0" y="548640"/>
            <a:ext cx="3840480" cy="502920"/>
          </a:xfrm>
          <a:prstGeom prst="rect">
            <a:avLst/>
          </a:prstGeom>
          <a:solidFill>
            <a:srgbClr val="060F1A"/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640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FieldPass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09560" y="1234440"/>
            <a:ext cx="3566160" cy="914400"/>
          </a:xfrm>
          <a:prstGeom prst="rect">
            <a:avLst/>
          </a:prstGeom>
          <a:solidFill>
            <a:srgbClr val="0D1C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82712" y="1371600"/>
            <a:ext cx="502920" cy="640080"/>
          </a:xfrm>
          <a:prstGeom prst="rect">
            <a:avLst/>
          </a:prstGeom>
          <a:solidFill>
            <a:srgbClr val="0A182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82712" y="1435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16U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67928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Tier Indiana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67928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Scrimmage · Aug 12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01400" y="1581912"/>
            <a:ext cx="146304" cy="146304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6" name="Shape 24"/>
          <p:cNvSpPr/>
          <p:nvPr/>
        </p:nvSpPr>
        <p:spPr>
          <a:xfrm>
            <a:off x="7909560" y="2331720"/>
            <a:ext cx="3566160" cy="914400"/>
          </a:xfrm>
          <a:prstGeom prst="rect">
            <a:avLst/>
          </a:prstGeom>
          <a:solidFill>
            <a:srgbClr val="0D1C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82712" y="2468880"/>
            <a:ext cx="502920" cy="640080"/>
          </a:xfrm>
          <a:prstGeom prst="rect">
            <a:avLst/>
          </a:prstGeom>
          <a:solidFill>
            <a:srgbClr val="0A182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82712" y="25328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14U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67928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City Elite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67928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· Aug 19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201400" y="2679192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Shape 30"/>
          <p:cNvSpPr/>
          <p:nvPr/>
        </p:nvSpPr>
        <p:spPr>
          <a:xfrm>
            <a:off x="7909560" y="3429000"/>
            <a:ext cx="3566160" cy="914400"/>
          </a:xfrm>
          <a:prstGeom prst="rect">
            <a:avLst/>
          </a:prstGeom>
          <a:solidFill>
            <a:srgbClr val="0D1C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82712" y="3566160"/>
            <a:ext cx="502920" cy="640080"/>
          </a:xfrm>
          <a:prstGeom prst="rect">
            <a:avLst/>
          </a:prstGeom>
          <a:solidFill>
            <a:srgbClr val="0A182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82712" y="3630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12U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567928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Indy Storm Baseball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67928" y="3886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Scrimmage · Aug 24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201400" y="3776472"/>
            <a:ext cx="146304" cy="146304"/>
          </a:xfrm>
          <a:prstGeom prst="ellipse">
            <a:avLst/>
          </a:prstGeom>
          <a:solidFill>
            <a:srgbClr val="1DB95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opponents is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94360" y="2834640"/>
            <a:ext cx="10972800" cy="1005840"/>
          </a:xfrm>
          <a:prstGeom prst="rect">
            <a:avLst>
              <a:gd name="adj" fmla="val 7273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0906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08760" y="2944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texts &amp; cold calls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331012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spend hours texting other coaches, waiting for replies that may never come.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4023360"/>
            <a:ext cx="10972800" cy="1005840"/>
          </a:xfrm>
          <a:prstGeom prst="rect">
            <a:avLst>
              <a:gd name="adj" fmla="val 7273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79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4133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hub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449884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is scattered across Facebook groups, emails, and word-of-mouth.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5212080"/>
            <a:ext cx="10972800" cy="1005840"/>
          </a:xfrm>
          <a:prstGeom prst="rect">
            <a:avLst>
              <a:gd name="adj" fmla="val 7273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4681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⏳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08760" y="5321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wasted every season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568756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goes through the same painful process — every single season.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FieldPass.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94360" y="2194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 where youth baseball programs post their availability, discover opponents, and book games — all in one place.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🏟️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Availability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open dates, formats, and field details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4453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Teams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programs filtered by age, format, and 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⚾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5321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Games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5623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game request in seconds. Accept or decline in the app.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2700000">
            <a:off x="7772400" y="1097280"/>
            <a:ext cx="3200400" cy="3200400"/>
          </a:xfrm>
          <a:prstGeom prst="rect">
            <a:avLst/>
          </a:prstGeom>
          <a:solidFill>
            <a:srgbClr val="0A2A17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8412480" y="1737360"/>
            <a:ext cx="1920240" cy="1920240"/>
          </a:xfrm>
          <a:prstGeom prst="rect">
            <a:avLst/>
          </a:prstGeom>
          <a:solidFill>
            <a:srgbClr val="07111D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2377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6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to your next game.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3566160" cy="4389120"/>
          </a:xfrm>
          <a:prstGeom prst="rect">
            <a:avLst>
              <a:gd name="adj" fmla="val 2051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154680" y="2240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3108960" cy="182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program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up, add your organization and team. Takes under 2 minutes.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51960" y="4023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80560" y="2011680"/>
            <a:ext cx="3566160" cy="4389120"/>
          </a:xfrm>
          <a:prstGeom prst="rect">
            <a:avLst>
              <a:gd name="adj" fmla="val 2051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040880" y="2240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709160" y="3017520"/>
            <a:ext cx="3108960" cy="182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3246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availability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09160" y="39319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open dates, game format (scrimmage, showcase, jamboree), and your diamond.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4023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366760" y="2011680"/>
            <a:ext cx="3566160" cy="4389120"/>
          </a:xfrm>
          <a:prstGeom prst="rect">
            <a:avLst>
              <a:gd name="adj" fmla="val 2051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0927080" y="2240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8595360" y="3017520"/>
            <a:ext cx="3108960" cy="182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0" y="3246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connect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95360" y="39319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other programs. Send a game request. Get notified by email when they respond.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program needs.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5486400" cy="1325880"/>
          </a:xfrm>
          <a:prstGeom prst="rect">
            <a:avLst>
              <a:gd name="adj" fmla="val 5517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21488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Feed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5420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age group, game format, and date range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011680"/>
            <a:ext cx="5486400" cy="1325880"/>
          </a:xfrm>
          <a:prstGeom prst="rect">
            <a:avLst>
              <a:gd name="adj" fmla="val 5517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23760" y="21488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Inbox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5420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decline incoming requests with one tap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520440"/>
            <a:ext cx="5486400" cy="1325880"/>
          </a:xfrm>
          <a:prstGeom prst="rect">
            <a:avLst>
              <a:gd name="adj" fmla="val 5517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🏟️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36576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/ Diamonds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0507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diamonds and link them to availability posts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520440"/>
            <a:ext cx="5486400" cy="1325880"/>
          </a:xfrm>
          <a:prstGeom prst="rect">
            <a:avLst>
              <a:gd name="adj" fmla="val 5517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23760" y="36576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40507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 when requests arrive or are decided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029200"/>
            <a:ext cx="5486400" cy="1325880"/>
          </a:xfrm>
          <a:prstGeom prst="rect">
            <a:avLst>
              <a:gd name="adj" fmla="val 5517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376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17320" y="51663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Invites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55595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.ics attachment auto-sent on accepted games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5029200"/>
            <a:ext cx="5486400" cy="1325880"/>
          </a:xfrm>
          <a:prstGeom prst="rect">
            <a:avLst>
              <a:gd name="adj" fmla="val 5517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5376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23760" y="51663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23760" y="55595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program badges for established organizations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baseball is a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$19B industry.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94360" y="3108960"/>
            <a:ext cx="2606040" cy="2286000"/>
          </a:xfrm>
          <a:prstGeom prst="rect">
            <a:avLst>
              <a:gd name="adj" fmla="val 3200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3375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baseball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in the 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3108960"/>
            <a:ext cx="2606040" cy="2286000"/>
          </a:xfrm>
          <a:prstGeom prst="rect">
            <a:avLst>
              <a:gd name="adj" fmla="val 3200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33375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11880" y="4343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rec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nationwide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3108960"/>
            <a:ext cx="2606040" cy="2286000"/>
          </a:xfrm>
          <a:prstGeom prst="rect">
            <a:avLst>
              <a:gd name="adj" fmla="val 3200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3375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$19B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92240" y="4343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youth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market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0" y="3108960"/>
            <a:ext cx="2606040" cy="2286000"/>
          </a:xfrm>
          <a:prstGeom prst="rect">
            <a:avLst>
              <a:gd name="adj" fmla="val 3200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33375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372600" y="4343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needed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Initial focus: Indiana travel baseball — then expanding state by state.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subscription.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3246120" cy="3474720"/>
          </a:xfrm>
          <a:prstGeom prst="rect">
            <a:avLst>
              <a:gd name="adj" fmla="val 2254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834640"/>
            <a:ext cx="3246120" cy="3474720"/>
          </a:xfrm>
          <a:prstGeom prst="rect">
            <a:avLst/>
          </a:prstGeom>
          <a:solidFill>
            <a:srgbClr val="0D1C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520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41879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program / month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4864608"/>
            <a:ext cx="28803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availability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discover feed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requests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2834640"/>
            <a:ext cx="3246120" cy="3474720"/>
          </a:xfrm>
          <a:prstGeom prst="rect">
            <a:avLst>
              <a:gd name="adj" fmla="val 2254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834640"/>
            <a:ext cx="3246120" cy="3474720"/>
          </a:xfrm>
          <a:prstGeom prst="rect">
            <a:avLst/>
          </a:prstGeom>
          <a:solidFill>
            <a:srgbClr val="0D1C2E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2651760"/>
            <a:ext cx="1234440" cy="292608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26700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772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3520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$29/mo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17720" y="41879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program / month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44988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$249/yr — save 29%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4864608"/>
            <a:ext cx="28803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requests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invites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2834640"/>
            <a:ext cx="3246120" cy="3474720"/>
          </a:xfrm>
          <a:prstGeom prst="rect">
            <a:avLst>
              <a:gd name="adj" fmla="val 2254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2834640"/>
            <a:ext cx="3246120" cy="3474720"/>
          </a:xfrm>
          <a:prstGeom prst="rect">
            <a:avLst/>
          </a:prstGeom>
          <a:solidFill>
            <a:srgbClr val="0D1C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38160" y="3520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$79/mo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138160" y="41879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program / month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44988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$699/yr — save 26%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38160" y="4864608"/>
            <a:ext cx="28803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Individual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500 Individual ($29/mo): ~$174K ARR · 200 Org ($79/mo): ~$190K ARR · Combined path to $360K+ ARR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Indiana to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94360" y="2926080"/>
            <a:ext cx="3566160" cy="3566160"/>
          </a:xfrm>
          <a:prstGeom prst="rect">
            <a:avLst>
              <a:gd name="adj" fmla="val 2051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108960"/>
            <a:ext cx="1280160" cy="292608"/>
          </a:xfrm>
          <a:prstGeom prst="rect">
            <a:avLst/>
          </a:prstGeom>
          <a:solidFill>
            <a:srgbClr val="0F2A17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127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Launch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live at fieldpass-nine.vercel.app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754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50 programs — personal outreach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5349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Beta feedback loop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2926080"/>
            <a:ext cx="3566160" cy="3566160"/>
          </a:xfrm>
          <a:prstGeom prst="rect">
            <a:avLst>
              <a:gd name="adj" fmla="val 2051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3108960"/>
            <a:ext cx="1280160" cy="292608"/>
          </a:xfrm>
          <a:prstGeom prst="rect">
            <a:avLst/>
          </a:prstGeom>
          <a:solidFill>
            <a:srgbClr val="0D1C2E"/>
          </a:solidFill>
          <a:ln w="12700">
            <a:solidFill>
              <a:srgbClr val="4A67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127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Expansion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Ohio, Illinois, Michigan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4754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Commission partner program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5349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app (iOS)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75320" y="2926080"/>
            <a:ext cx="3566160" cy="3566160"/>
          </a:xfrm>
          <a:prstGeom prst="rect">
            <a:avLst>
              <a:gd name="adj" fmla="val 2051"/>
            </a:avLst>
          </a:prstGeom>
          <a:solidFill>
            <a:srgbClr val="0D1C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3108960"/>
            <a:ext cx="1280160" cy="292608"/>
          </a:xfrm>
          <a:prstGeom prst="rect">
            <a:avLst/>
          </a:prstGeom>
          <a:solidFill>
            <a:srgbClr val="0D1C2E"/>
          </a:solidFill>
          <a:ln w="12700">
            <a:solidFill>
              <a:srgbClr val="4A67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3127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58200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58200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50-state coverage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4754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Tournament integrations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58200" y="5349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Analytics &amp; recruiting tools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D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00800" y="-914400"/>
            <a:ext cx="7315200" cy="7315200"/>
          </a:xfrm>
          <a:prstGeom prst="rect">
            <a:avLst/>
          </a:prstGeom>
          <a:solidFill>
            <a:srgbClr val="0A2A17">
              <a:alpha val="80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play ball.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9436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FieldPass is live and growing. We're looking for partners,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adopters, and believers in youth baseball.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fieldpass-nine.vercel.app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4709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rthomson@cbmcinc.com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6126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pPr indent="0" marL="0">
              <a:buNone/>
            </a:pPr>
            <a:r>
              <a:rPr lang="en-US" sz="2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0" y="6172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FieldPass · Youth Baseball Marketplace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2026-07-31T23:17:14Z</dcterms:created>
  <dcterms:modified xsi:type="dcterms:W3CDTF">2026-07-31T23:17:14Z</dcterms:modified>
</cp:coreProperties>
</file>